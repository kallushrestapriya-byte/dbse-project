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067B0E-BC79-4C54-9D6B-674B229BAE99}" v="524" dt="2026-09-18T14:09:24.2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70" autoAdjust="0"/>
    <p:restoredTop sz="95033" autoAdjust="0"/>
  </p:normalViewPr>
  <p:slideViewPr>
    <p:cSldViewPr snapToGrid="0" snapToObjects="1">
      <p:cViewPr varScale="1">
        <p:scale>
          <a:sx n="62" d="100"/>
          <a:sy n="62" d="100"/>
        </p:scale>
        <p:origin x="316" y="44"/>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9/18/2026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18-09-2026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18-09-2026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18-09-2026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18-09-2026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18-09-2026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18-09-2026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18-09-2026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18-09-2026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18-09-2026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18-09-2026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18-09-2026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18-09-2026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18-09-2026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18-09-2026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18-09-2026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18-09-2026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18-09-2026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18-09-2026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34778"/>
            <a:ext cx="10392383" cy="1139117"/>
          </a:xfrm>
        </p:spPr>
        <p:txBody>
          <a:bodyPr>
            <a:noAutofit/>
          </a:bodyPr>
          <a:lstStyle/>
          <a:p>
            <a:pPr algn="ctr">
              <a:lnSpc>
                <a:spcPct val="100000"/>
              </a:lnSpc>
            </a:pPr>
            <a:r>
              <a:rPr lang="en-US" sz="3200" dirty="0">
                <a:ea typeface="+mj-lt"/>
                <a:cs typeface="+mj-lt"/>
              </a:rPr>
              <a:t>Cross-Platform Service Request App for Home Services (Repairs)</a:t>
            </a:r>
            <a:br>
              <a:rPr lang="en-US" sz="2400" b="1" dirty="0">
                <a:latin typeface="+mn-lt"/>
                <a:cs typeface="Arial" panose="020B0604020202020204" pitchFamily="34" charset="0"/>
              </a:rPr>
            </a:br>
            <a:endParaRPr lang="en-US" sz="2400" b="1">
              <a:solidFill>
                <a:srgbClr val="011893"/>
              </a:solidFill>
              <a:latin typeface="+mn-lt"/>
              <a:ea typeface="Calibri"/>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Y Prasanthi</a:t>
            </a: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1957520531"/>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Kallu </a:t>
                      </a:r>
                      <a:r>
                        <a:rPr lang="en-US" dirty="0" err="1"/>
                        <a:t>shresta</a:t>
                      </a:r>
                      <a:r>
                        <a:rPr lang="en-US" dirty="0"/>
                        <a:t> </a:t>
                      </a:r>
                      <a:r>
                        <a:rPr lang="en-US" dirty="0" err="1"/>
                        <a:t>priya</a:t>
                      </a:r>
                    </a:p>
                  </a:txBody>
                  <a:tcPr/>
                </a:tc>
                <a:tc>
                  <a:txBody>
                    <a:bodyPr/>
                    <a:lstStyle/>
                    <a:p>
                      <a:r>
                        <a:rPr lang="en-US" dirty="0"/>
                        <a:t>2520030127</a:t>
                      </a:r>
                    </a:p>
                  </a:txBody>
                  <a:tcPr/>
                </a:tc>
                <a:extLst>
                  <a:ext uri="{0D108BD9-81ED-4DB2-BD59-A6C34878D82A}">
                    <a16:rowId xmlns:a16="http://schemas.microsoft.com/office/drawing/2014/main" val="253518174"/>
                  </a:ext>
                </a:extLst>
              </a:tr>
              <a:tr h="370840">
                <a:tc>
                  <a:txBody>
                    <a:bodyPr/>
                    <a:lstStyle/>
                    <a:p>
                      <a:r>
                        <a:rPr lang="en-US" dirty="0"/>
                        <a:t>Pydi Devi Sree</a:t>
                      </a:r>
                    </a:p>
                  </a:txBody>
                  <a:tcPr/>
                </a:tc>
                <a:tc>
                  <a:txBody>
                    <a:bodyPr/>
                    <a:lstStyle/>
                    <a:p>
                      <a:r>
                        <a:rPr lang="en-US" dirty="0"/>
                        <a:t>2520030594</a:t>
                      </a:r>
                    </a:p>
                  </a:txBody>
                  <a:tcPr/>
                </a:tc>
                <a:extLst>
                  <a:ext uri="{0D108BD9-81ED-4DB2-BD59-A6C34878D82A}">
                    <a16:rowId xmlns:a16="http://schemas.microsoft.com/office/drawing/2014/main" val="2413438055"/>
                  </a:ext>
                </a:extLst>
              </a:tr>
              <a:tr h="370840">
                <a:tc>
                  <a:txBody>
                    <a:bodyPr/>
                    <a:lstStyle/>
                    <a:p>
                      <a:r>
                        <a:rPr lang="en-US" dirty="0" err="1"/>
                        <a:t>K.Rishitha</a:t>
                      </a:r>
                    </a:p>
                  </a:txBody>
                  <a:tcPr/>
                </a:tc>
                <a:tc>
                  <a:txBody>
                    <a:bodyPr/>
                    <a:lstStyle/>
                    <a:p>
                      <a:r>
                        <a:rPr lang="en-US" dirty="0"/>
                        <a:t>2520030367</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NUMBER:3</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1984862205"/>
              </p:ext>
            </p:extLst>
          </p:nvPr>
        </p:nvGraphicFramePr>
        <p:xfrm>
          <a:off x="838199" y="1457946"/>
          <a:ext cx="10515600" cy="2194560"/>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25646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275463">
                <a:tc>
                  <a:txBody>
                    <a:bodyPr/>
                    <a:lstStyle/>
                    <a:p>
                      <a:r>
                        <a:rPr lang="en-US" dirty="0"/>
                        <a:t>Kallu </a:t>
                      </a:r>
                      <a:r>
                        <a:rPr lang="en-US" dirty="0" err="1"/>
                        <a:t>shresta</a:t>
                      </a:r>
                      <a:r>
                        <a:rPr lang="en-US" dirty="0"/>
                        <a:t> </a:t>
                      </a:r>
                      <a:r>
                        <a:rPr lang="en-US" dirty="0" err="1"/>
                        <a:t>priya</a:t>
                      </a:r>
                      <a:r>
                        <a:rPr lang="en-US"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en-US" sz="1800" b="0" i="0" u="none" strike="noStrike" noProof="0" dirty="0"/>
                        <a:t>DATABASE &amp; ER DIAGRAM</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275463">
                <a:tc>
                  <a:txBody>
                    <a:bodyPr/>
                    <a:lstStyle/>
                    <a:p>
                      <a:r>
                        <a:rPr lang="en-US" dirty="0"/>
                        <a:t>Pydi Devi Sree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en-US" sz="1800" b="0" i="0" u="none" strike="noStrike" noProof="0" dirty="0">
                          <a:latin typeface="Calibri"/>
                          <a:ea typeface="Calibri"/>
                          <a:cs typeface="Calibri"/>
                        </a:rPr>
                        <a:t>BACKEND &amp; API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2754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K.Rishitha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en-US" sz="1800" b="0" i="0" u="none" strike="noStrike" noProof="0" dirty="0">
                          <a:solidFill>
                            <a:schemeClr val="tx1">
                              <a:alpha val="31000"/>
                            </a:schemeClr>
                          </a:solidFill>
                        </a:rPr>
                        <a:t>FRONTEND &amp; UI DEVELOPMENT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r h="275463">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21683"/>
                  </a:ext>
                </a:extLst>
              </a:tr>
              <a:tr h="2754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959374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378913" y="1595982"/>
            <a:ext cx="11684695" cy="4758432"/>
          </a:xfrm>
        </p:spPr>
        <p:txBody>
          <a:bodyPr vert="horz" lIns="91440" tIns="45720" rIns="91440" bIns="45720" rtlCol="0" anchor="t">
            <a:normAutofit/>
          </a:bodyPr>
          <a:lstStyle/>
          <a:p>
            <a:pPr marL="0" indent="0">
              <a:buNone/>
            </a:pPr>
            <a:r>
              <a:rPr lang="en-US" sz="3200" dirty="0">
                <a:ea typeface="+mn-lt"/>
                <a:cs typeface="+mn-lt"/>
              </a:rPr>
              <a:t>The proposed system is a cross-platform service request application for home repair services. It allows customers to register and log in, browse available home services, create service requests, provide their service location and preferred timing, manage bookings, view technician details, track service status, and manage payment information. The application is developed using Flutter and </a:t>
            </a:r>
            <a:r>
              <a:rPr lang="en-US" sz="3200" dirty="0" err="1">
                <a:ea typeface="+mn-lt"/>
                <a:cs typeface="+mn-lt"/>
              </a:rPr>
              <a:t>Dart,with</a:t>
            </a:r>
            <a:r>
              <a:rPr lang="en-US" sz="3200" dirty="0">
                <a:ea typeface="+mn-lt"/>
                <a:cs typeface="+mn-lt"/>
              </a:rPr>
              <a:t> MySQL used for structured data management.</a:t>
            </a:r>
            <a:endParaRPr lang="en-US" sz="3200" dirty="0">
              <a:ea typeface="Calibri"/>
              <a:cs typeface="Calibri"/>
            </a:endParaRPr>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a:xfrm>
            <a:off x="316283" y="1428968"/>
            <a:ext cx="11037517" cy="4267831"/>
          </a:xfrm>
        </p:spPr>
        <p:txBody>
          <a:bodyPr vert="horz" lIns="91440" tIns="45720" rIns="91440" bIns="45720" rtlCol="0" anchor="t">
            <a:normAutofit/>
          </a:bodyPr>
          <a:lstStyle/>
          <a:p>
            <a:pPr marL="0" indent="0">
              <a:buNone/>
            </a:pPr>
            <a:r>
              <a:rPr lang="en-US" sz="3600" dirty="0">
                <a:ea typeface="+mn-lt"/>
                <a:cs typeface="+mn-lt"/>
              </a:rPr>
              <a:t>Home repair services are commonly managed through phone calls, messages, or different service platforms. This can make it difficult for customers to schedule services, provide accurate service details, track bookings, and maintain payment information. The proposed application provides a centralized platform where customers can manage their home repair service requests from a single application.</a:t>
            </a:r>
            <a:endParaRPr lang="en-US" sz="3600">
              <a:ea typeface="Calibri"/>
              <a:cs typeface="Calibri"/>
            </a:endParaRP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a:xfrm>
            <a:off x="232775" y="1241078"/>
            <a:ext cx="11956092" cy="5614377"/>
          </a:xfrm>
        </p:spPr>
        <p:txBody>
          <a:bodyPr vert="horz" lIns="91440" tIns="45720" rIns="91440" bIns="45720" rtlCol="0" anchor="t">
            <a:normAutofit/>
          </a:bodyPr>
          <a:lstStyle/>
          <a:p>
            <a:pPr>
              <a:buNone/>
            </a:pPr>
            <a:r>
              <a:rPr lang="en-US" sz="2400" dirty="0">
                <a:ea typeface="+mn-lt"/>
                <a:cs typeface="+mn-lt"/>
              </a:rPr>
              <a:t>    In the existing system, home repair services are often requested using traditional communication methods such as telephone calls, text messages, messaging applications, or separate websites and applications. A customer may have to contact a service provider, explain the problem, provide an address, discuss the preferred service time, and separately communicate with the technician. The information exchanged during this process may not always be maintained in a single centralized system.</a:t>
            </a:r>
            <a:endParaRPr lang="en-US" dirty="0"/>
          </a:p>
          <a:p>
            <a:pPr>
              <a:buNone/>
            </a:pPr>
            <a:r>
              <a:rPr lang="en-US" sz="2400" dirty="0">
                <a:ea typeface="+mn-lt"/>
                <a:cs typeface="+mn-lt"/>
              </a:rPr>
              <a:t>   Another difficulty is the management of booking and service status. Customers may not have a convenient way to check whether their request is pending, confirmed, assigned to a technician, started, completed, or cancelled. Technician information and payment details may also be maintained separately. If the customer repeatedly uses the service, entering personal and location information again can also be inconvenient.</a:t>
            </a:r>
            <a:endParaRPr lang="en-US" dirty="0"/>
          </a:p>
          <a:p>
            <a:pPr>
              <a:buNone/>
            </a:pPr>
            <a:r>
              <a:rPr lang="en-US" sz="2400" dirty="0">
                <a:ea typeface="+mn-lt"/>
                <a:cs typeface="+mn-lt"/>
              </a:rPr>
              <a:t>   The existing approach therefore lacks a unified workflow for managing the complete service lifecycle. Customer details, service requests, locations, bookings, technicians, and payments may exist in different places, making organized management and tracking more difficult.</a:t>
            </a:r>
            <a:endParaRPr lang="en-US" dirty="0"/>
          </a:p>
          <a:p>
            <a:pPr>
              <a:buNone/>
            </a:pPr>
            <a:endParaRPr lang="en-US" sz="2400" dirty="0">
              <a:ea typeface="Calibri" panose="020F0502020204030204"/>
              <a:cs typeface="Calibri" panose="020F0502020204030204"/>
            </a:endParaRP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7" name="Content Placeholder 6">
            <a:extLst>
              <a:ext uri="{FF2B5EF4-FFF2-40B4-BE49-F238E27FC236}">
                <a16:creationId xmlns:a16="http://schemas.microsoft.com/office/drawing/2014/main" id="{B07E64E0-BBAA-9886-CAC4-B5BEA0F18B68}"/>
              </a:ext>
            </a:extLst>
          </p:cNvPr>
          <p:cNvSpPr>
            <a:spLocks noGrp="1"/>
          </p:cNvSpPr>
          <p:nvPr>
            <p:ph idx="1"/>
          </p:nvPr>
        </p:nvSpPr>
        <p:spPr>
          <a:xfrm>
            <a:off x="838200" y="1355899"/>
            <a:ext cx="10515600" cy="4351338"/>
          </a:xfrm>
        </p:spPr>
        <p:txBody>
          <a:bodyPr vert="horz" lIns="91440" tIns="45720" rIns="91440" bIns="45720" rtlCol="0" anchor="t">
            <a:normAutofit fontScale="92500"/>
          </a:bodyPr>
          <a:lstStyle/>
          <a:p>
            <a:pPr>
              <a:buNone/>
            </a:pPr>
            <a:r>
              <a:rPr lang="en-US" sz="2400" dirty="0">
                <a:ea typeface="+mn-lt"/>
                <a:cs typeface="+mn-lt"/>
              </a:rPr>
              <a:t>   Customers require a convenient and organized method for requesting and managing home repair services. Traditional methods based on phone calls, messages, and separate service platforms can make it difficult to maintain customer information, service requirements, location details, booking information, technician details, service timing, and payment records in one place.</a:t>
            </a:r>
            <a:endParaRPr lang="en-US" dirty="0"/>
          </a:p>
          <a:p>
            <a:pPr>
              <a:buNone/>
            </a:pPr>
            <a:r>
              <a:rPr lang="en-US" sz="2400" dirty="0">
                <a:ea typeface="+mn-lt"/>
                <a:cs typeface="+mn-lt"/>
              </a:rPr>
              <a:t>   The main problem addressed by this project is the absence of a centralized application that can manage the complete home service request process. Customers need a system through which they can easily select a service, describe their problem, specify their location and preferred timing, create and manage bookings, view technician information, track service progress, and maintain payment information.</a:t>
            </a:r>
            <a:endParaRPr lang="en-US" dirty="0"/>
          </a:p>
          <a:p>
            <a:pPr>
              <a:buNone/>
            </a:pPr>
            <a:r>
              <a:rPr lang="en-US" sz="2400" dirty="0">
                <a:ea typeface="+mn-lt"/>
                <a:cs typeface="+mn-lt"/>
              </a:rPr>
              <a:t>    The proposed application addresses this requirement by providing a structured digital platform that connects customers, services, service requests, locations, bookings, technicians, and payments through a relational database.</a:t>
            </a:r>
            <a:endParaRPr lang="en-US" dirty="0"/>
          </a:p>
          <a:p>
            <a:pPr marL="0" indent="0">
              <a:buNone/>
            </a:pPr>
            <a:endParaRPr lang="en-US" sz="2400" dirty="0">
              <a:ea typeface="Calibri" panose="020F0502020204030204"/>
              <a:cs typeface="Calibri" panose="020F0502020204030204"/>
            </a:endParaRP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vert="horz" lIns="91440" tIns="45720" rIns="91440" bIns="45720" rtlCol="0" anchor="t">
            <a:normAutofit fontScale="92500" lnSpcReduction="20000"/>
          </a:bodyPr>
          <a:lstStyle/>
          <a:p>
            <a:pPr>
              <a:buNone/>
            </a:pPr>
            <a:r>
              <a:rPr lang="en-US" sz="2400" dirty="0">
                <a:ea typeface="+mn-lt"/>
                <a:cs typeface="+mn-lt"/>
              </a:rPr>
              <a:t>    The proposed solution is a Cross-Platform Service Request App for Home Services that provides a centralized system for managing home repair requirements. The application allows customers to create an account and provide details such as name, age, gender, phone number, email, place, address, and </a:t>
            </a:r>
            <a:r>
              <a:rPr lang="en-US" sz="2400" dirty="0" err="1">
                <a:ea typeface="+mn-lt"/>
                <a:cs typeface="+mn-lt"/>
              </a:rPr>
              <a:t>pincode</a:t>
            </a:r>
            <a:r>
              <a:rPr lang="en-US" sz="2400" dirty="0">
                <a:ea typeface="+mn-lt"/>
                <a:cs typeface="+mn-lt"/>
              </a:rPr>
              <a:t>. After authentication, customers can view the available home services and select the service that matches their requirement.</a:t>
            </a:r>
            <a:endParaRPr lang="en-US" dirty="0"/>
          </a:p>
          <a:p>
            <a:pPr>
              <a:buNone/>
            </a:pPr>
            <a:r>
              <a:rPr lang="en-US" sz="2400" dirty="0">
                <a:ea typeface="+mn-lt"/>
                <a:cs typeface="+mn-lt"/>
              </a:rPr>
              <a:t>    After selecting a service, the customer can provide a description of the problem and select the required service location. The customer can also specify a preferred service date and time. This information is stored as a service request and can be associated with a booking. The booking contains information such as booking date, scheduled start time, scheduled end time, service start time, service completion time, and booking status.</a:t>
            </a:r>
            <a:endParaRPr lang="en-US" dirty="0"/>
          </a:p>
          <a:p>
            <a:pPr>
              <a:buNone/>
            </a:pPr>
            <a:r>
              <a:rPr lang="en-US" sz="2400" dirty="0">
                <a:ea typeface="+mn-lt"/>
                <a:cs typeface="+mn-lt"/>
              </a:rPr>
              <a:t>    The system also maintains technician information such as name, contact details, specialization, availability, rating, and experience. After the service is completed, payment information can be recorded, including payment amount, payment method, payment status, and payment time. The complete flow provides an organized way to manage a home repair service from request creation to payment.</a:t>
            </a:r>
            <a:endParaRPr lang="en-US" dirty="0"/>
          </a:p>
          <a:p>
            <a:pPr marL="0" indent="0">
              <a:buNone/>
            </a:pPr>
            <a:endParaRPr lang="en-US" sz="2400" dirty="0">
              <a:ea typeface="Calibri" panose="020F0502020204030204"/>
              <a:cs typeface="Calibri" panose="020F0502020204030204"/>
            </a:endParaRPr>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vert="horz" lIns="91440" tIns="45720" rIns="91440" bIns="45720" rtlCol="0" anchor="t">
            <a:normAutofit fontScale="92500" lnSpcReduction="10000"/>
          </a:bodyPr>
          <a:lstStyle/>
          <a:p>
            <a:pPr>
              <a:buNone/>
            </a:pPr>
            <a:r>
              <a:rPr lang="en-US" sz="2400" dirty="0">
                <a:ea typeface="+mn-lt"/>
                <a:cs typeface="+mn-lt"/>
              </a:rPr>
              <a:t>    The main objective of the project is to develop a user-friendly cross-platform application that simplifies the process of requesting and managing home repair services. The application aims to provide customers with a centralized platform where they can register, log in, browse services, create service requests, provide location details, select preferred service timing, and manage their bookings.</a:t>
            </a:r>
            <a:endParaRPr lang="en-US" dirty="0"/>
          </a:p>
          <a:p>
            <a:pPr>
              <a:buNone/>
            </a:pPr>
            <a:r>
              <a:rPr lang="en-US" sz="2400" dirty="0">
                <a:ea typeface="+mn-lt"/>
                <a:cs typeface="+mn-lt"/>
              </a:rPr>
              <a:t>    Another objective is to maintain customer and service information in a structured relational database. The system is designed to maintain relationships between users, services, locations, service requests, bookings, technicians, and payments. This helps organize the data and makes it easier to retrieve related information using SQL queries and database relationships.</a:t>
            </a:r>
            <a:endParaRPr lang="en-US" dirty="0"/>
          </a:p>
          <a:p>
            <a:pPr>
              <a:buNone/>
            </a:pPr>
            <a:r>
              <a:rPr lang="en-US" sz="2400" dirty="0">
                <a:ea typeface="+mn-lt"/>
                <a:cs typeface="+mn-lt"/>
              </a:rPr>
              <a:t>    The project also aims to provide service tracking through different booking statuses and timestamps. The system can maintain whether a booking is pending, </a:t>
            </a:r>
            <a:r>
              <a:rPr lang="en-US" sz="2400" dirty="0" err="1">
                <a:ea typeface="+mn-lt"/>
                <a:cs typeface="+mn-lt"/>
              </a:rPr>
              <a:t>confirmed,assigned</a:t>
            </a:r>
            <a:r>
              <a:rPr lang="en-US" sz="2400" dirty="0">
                <a:ea typeface="+mn-lt"/>
                <a:cs typeface="+mn-lt"/>
              </a:rPr>
              <a:t> to a technician, started, completed, or cancelled. It also records service start and completion times and stores payment information after the service process.</a:t>
            </a:r>
            <a:endParaRPr lang="en-US" dirty="0"/>
          </a:p>
          <a:p>
            <a:pPr marL="0" indent="0">
              <a:buNone/>
            </a:pPr>
            <a:endParaRPr lang="en-US" sz="2400" dirty="0">
              <a:ea typeface="Calibri" panose="020F0502020204030204"/>
              <a:cs typeface="Calibri" panose="020F0502020204030204"/>
            </a:endParaRP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a:xfrm>
            <a:off x="337159" y="1595982"/>
            <a:ext cx="11444613" cy="4580981"/>
          </a:xfrm>
        </p:spPr>
        <p:txBody>
          <a:bodyPr vert="horz" lIns="91440" tIns="45720" rIns="91440" bIns="45720" rtlCol="0" anchor="t">
            <a:normAutofit/>
          </a:bodyPr>
          <a:lstStyle/>
          <a:p>
            <a:pPr marL="0" indent="0">
              <a:buNone/>
            </a:pPr>
            <a:r>
              <a:rPr lang="en-US" sz="3600" dirty="0">
                <a:ea typeface="+mn-lt"/>
                <a:cs typeface="+mn-lt"/>
              </a:rPr>
              <a:t>The system consists of customer authentication, service management, service request management, booking management, technician management, payment management, location management, and profile management. These modules work together to provide a complete flow from selecting a service and creating a request to booking a technician, completing the service, and recording payment information.</a:t>
            </a:r>
            <a:endParaRPr lang="en-US"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p:txBody>
          <a:bodyPr vert="horz" lIns="91440" tIns="45720" rIns="91440" bIns="45720" rtlCol="0" anchor="t">
            <a:normAutofit lnSpcReduction="10000"/>
          </a:bodyPr>
          <a:lstStyle/>
          <a:p>
            <a:pPr>
              <a:buNone/>
            </a:pPr>
            <a:r>
              <a:rPr lang="en-US" sz="2400" dirty="0">
                <a:ea typeface="+mn-lt"/>
                <a:cs typeface="+mn-lt"/>
              </a:rPr>
              <a:t>  The software requirements for developing the project include Flutter and Dart for creating the cross-platform application. Flutter provides the framework for developing the user interface and application functionality from a single codebase, while Dart is the programming language used by Flutter.</a:t>
            </a:r>
            <a:endParaRPr lang="en-US" dirty="0"/>
          </a:p>
          <a:p>
            <a:pPr>
              <a:buNone/>
            </a:pPr>
            <a:r>
              <a:rPr lang="en-US" sz="2400" dirty="0">
                <a:ea typeface="+mn-lt"/>
                <a:cs typeface="+mn-lt"/>
              </a:rPr>
              <a:t>   Visual Studio Code is used as the development environment for writing and managing the application code. MySQL is used as the relational database management system for storing application data, and MySQL Workbench is used for database creation, SQL queries, database management, and ER diagram generation.</a:t>
            </a:r>
            <a:endParaRPr lang="en-US" dirty="0"/>
          </a:p>
          <a:p>
            <a:pPr>
              <a:buNone/>
            </a:pPr>
            <a:r>
              <a:rPr lang="en-US" sz="2400" dirty="0">
                <a:ea typeface="+mn-lt"/>
                <a:cs typeface="+mn-lt"/>
              </a:rPr>
              <a:t>   Node.js with Express can be used for developing the backend API layer. The backend provides communication between the Flutter application and MySQL database. Google Chrome can also be used for testing the Flutter application during frontend development.</a:t>
            </a:r>
            <a:endParaRPr lang="en-US" dirty="0"/>
          </a:p>
          <a:p>
            <a:pPr marL="0" indent="0">
              <a:buNone/>
            </a:pPr>
            <a:endParaRPr lang="en-US" sz="2400" dirty="0">
              <a:ea typeface="Calibri" panose="020F0502020204030204"/>
              <a:cs typeface="Calibri" panose="020F0502020204030204"/>
            </a:endParaRPr>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7723230" cy="847119"/>
          </a:xfrm>
        </p:spPr>
        <p:style>
          <a:lnRef idx="2">
            <a:schemeClr val="accent3"/>
          </a:lnRef>
          <a:fillRef idx="1">
            <a:schemeClr val="lt1"/>
          </a:fillRef>
          <a:effectRef idx="0">
            <a:schemeClr val="accent3"/>
          </a:effectRef>
          <a:fontRef idx="minor">
            <a:schemeClr val="dk1"/>
          </a:fontRef>
        </p:style>
        <p:txBody>
          <a:bodyPr anchor="ctr">
            <a:noAutofit/>
          </a:bodyPr>
          <a:lstStyle/>
          <a:p>
            <a:r>
              <a:rPr lang="en-US" sz="3600" b="1" dirty="0">
                <a:solidFill>
                  <a:srgbClr val="0070C0"/>
                </a:solidFill>
              </a:rPr>
              <a:t>CONCLUSION AND FUTURE SCOPE</a:t>
            </a:r>
            <a:endParaRPr lang="en-US" sz="3600" b="1" dirty="0"/>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4" name="TextBox 3">
            <a:extLst>
              <a:ext uri="{FF2B5EF4-FFF2-40B4-BE49-F238E27FC236}">
                <a16:creationId xmlns:a16="http://schemas.microsoft.com/office/drawing/2014/main" id="{753BEA8A-0EDB-BD35-A946-103F31C18AF5}"/>
              </a:ext>
            </a:extLst>
          </p:cNvPr>
          <p:cNvSpPr txBox="1"/>
          <p:nvPr/>
        </p:nvSpPr>
        <p:spPr>
          <a:xfrm>
            <a:off x="849381" y="1598663"/>
            <a:ext cx="1017627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The Cross-Platform Service Request App for Home Services provides a structured solution for managing home repair service requirements. The system brings together customer information, services, locations, service requests, bookings, technicians, service tracking, and payment information into one organized application.</a:t>
            </a:r>
            <a:endParaRPr lang="en-US" dirty="0"/>
          </a:p>
          <a:p>
            <a:r>
              <a:rPr lang="en-US" dirty="0">
                <a:ea typeface="+mn-lt"/>
                <a:cs typeface="+mn-lt"/>
              </a:rPr>
              <a:t>The use of Flutter and Dart allows the application interface to be developed using a cross-platform approach, while MySQL provides structured relational data management. The database design uses primary keys and foreign keys to establish relationships between the different entities. Node.js and Express can provide the backend API layer for communication between the frontend and database.</a:t>
            </a:r>
            <a:endParaRPr lang="en-US" dirty="0"/>
          </a:p>
          <a:p>
            <a:r>
              <a:rPr lang="en-US" dirty="0">
                <a:ea typeface="+mn-lt"/>
                <a:cs typeface="+mn-lt"/>
              </a:rPr>
              <a:t>The project demonstrates how a traditional home service process can be organized into a digital workflow, starting from customer authentication and service selection and continuing through request creation, location selection, booking, technician association, service completion, and payment recording.</a:t>
            </a:r>
            <a:endParaRPr lang="en-US" dirty="0"/>
          </a:p>
          <a:p>
            <a:pPr algn="l"/>
            <a:endParaRPr lang="en-US" dirty="0">
              <a:ea typeface="Calibri"/>
              <a:cs typeface="Calibri"/>
            </a:endParaRPr>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8234</TotalTime>
  <Words>112</Words>
  <Application>Microsoft Office PowerPoint</Application>
  <PresentationFormat>Widescreen</PresentationFormat>
  <Paragraphs>64</Paragraphs>
  <Slides>12</Slides>
  <Notes>10</Notes>
  <HiddenSlides>0</HiddenSlides>
  <MMClips>0</MMClip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Office Theme</vt:lpstr>
      <vt:lpstr>Custom Design</vt:lpstr>
      <vt:lpstr>Cross-Platform Service Request App for Home Services (Repairs) </vt:lpstr>
      <vt:lpstr>GROUP NUMBER:3</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Prasanthi Y</cp:lastModifiedBy>
  <cp:revision>221</cp:revision>
  <dcterms:created xsi:type="dcterms:W3CDTF">2022-05-20T10:20:31Z</dcterms:created>
  <dcterms:modified xsi:type="dcterms:W3CDTF">2026-09-18T14:10:06Z</dcterms:modified>
</cp:coreProperties>
</file>